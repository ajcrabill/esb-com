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e521b7706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g3e521b7706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3e521b7706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521b77069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e521b77069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e521b77069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e521b77069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e521b77069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e521b77069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21b77069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e521b77069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521b77069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521b77069_0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521b77069_0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521b77069_0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21b77069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521b77069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e521b77069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521b77069_0_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e521b77069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e521b77069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effectiveschoolboards.com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122950" y="3746101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182880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venir"/>
              <a:buNone/>
            </a:pPr>
            <a:r>
              <a:rPr b="1" lang="en-US" sz="3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Student outcomes don’t change</a:t>
            </a:r>
            <a:endParaRPr b="1" sz="34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venir"/>
              <a:buNone/>
            </a:pPr>
            <a:r>
              <a:rPr b="1" lang="en-US" sz="3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until adult behaviors change.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-5400000">
            <a:off x="713000" y="3336151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 rot="10800000">
            <a:off x="7157575" y="9723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 rot="5400000">
            <a:off x="7567525" y="13822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" name="Google Shape;32;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265200" y="97430"/>
            <a:ext cx="63708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Presentation Title Goes Here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One to three sentences framing the entire presentation goes here. Often the unexpected framing/counterintuitive/something that grabs the listener.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concept #1 that’ll be covered based on the frame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concept #2 that’ll be covered based on the frame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concept #3 that’ll be covered based on the frame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" name="Google Shape;46;p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265200" y="97425"/>
            <a:ext cx="7609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#1 Goes Here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One to three sentences about the first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 txBox="1"/>
          <p:nvPr/>
        </p:nvSpPr>
        <p:spPr>
          <a:xfrm>
            <a:off x="265200" y="97425"/>
            <a:ext cx="7609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#2 Goes Here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One to three sentences about the second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 txBox="1"/>
          <p:nvPr/>
        </p:nvSpPr>
        <p:spPr>
          <a:xfrm>
            <a:off x="265200" y="97425"/>
            <a:ext cx="7609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Presentation Title Goes Here: Big Idea #3 Goes Here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" name="Google Shape;79;p7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One to three sentences about the third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High level details, unexpected perspectives, and/or non-obvious insights about the big idea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 txBox="1"/>
          <p:nvPr/>
        </p:nvSpPr>
        <p:spPr>
          <a:xfrm>
            <a:off x="265200" y="97425"/>
            <a:ext cx="7609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Presentation Title Goes Here: Takeaway / CTA Goes Here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8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One to three sentences about what it all means and a lead in to next steps: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venir"/>
              <a:buChar char="●"/>
            </a:pPr>
            <a:r>
              <a:rPr lang="en-US" sz="1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Specific, actionable next steps that an individual board member could take goes here.</a:t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228600" y="464972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9"/>
          <p:cNvSpPr/>
          <p:nvPr/>
        </p:nvSpPr>
        <p:spPr>
          <a:xfrm rot="-5400000">
            <a:off x="-181350" y="4239776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 rot="10800000">
            <a:off x="8044625" y="2560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 rot="5400000">
            <a:off x="8454575" y="6659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 txBox="1"/>
          <p:nvPr/>
        </p:nvSpPr>
        <p:spPr>
          <a:xfrm>
            <a:off x="265200" y="97425"/>
            <a:ext cx="76092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39BE5"/>
                </a:solidFill>
                <a:latin typeface="Avenir"/>
                <a:ea typeface="Avenir"/>
                <a:cs typeface="Avenir"/>
                <a:sym typeface="Avenir"/>
              </a:rPr>
              <a:t>Gratitude</a:t>
            </a:r>
            <a:endParaRPr b="1" sz="2000">
              <a:solidFill>
                <a:srgbClr val="039BE5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579387" y="4594289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rgbClr val="039BE5"/>
                </a:solidFill>
              </a:rPr>
              <a:t>‹#›</a:t>
            </a:fld>
            <a:endParaRPr b="1">
              <a:solidFill>
                <a:srgbClr val="039BE5"/>
              </a:solidFill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265200" y="501700"/>
            <a:ext cx="8599200" cy="41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Thank you for being part of this conversation.</a:t>
            </a:r>
            <a:endParaRPr sz="2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learn more: www.EffectiveSchoolBoard.com</a:t>
            </a:r>
            <a:endParaRPr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contact us: coach@EffectiveSchoolBoard.com</a:t>
            </a:r>
            <a:br>
              <a:rPr lang="en-US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n-US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subscribe: www.EffectiveSchoolBoardMember.com</a:t>
            </a:r>
            <a:endParaRPr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17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-87250" y="4929737"/>
            <a:ext cx="9328800" cy="3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1122950" y="3746101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457200" y="182880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venir"/>
              <a:buNone/>
            </a:pPr>
            <a:r>
              <a:rPr b="1" lang="en-US" sz="3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Student outcomes don’t change</a:t>
            </a:r>
            <a:endParaRPr b="1" sz="340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venir"/>
              <a:buNone/>
            </a:pPr>
            <a:r>
              <a:rPr b="1" lang="en-US" sz="34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until adult behaviors change. 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3750" y="4932740"/>
            <a:ext cx="856498" cy="2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 rot="-5400000">
            <a:off x="713000" y="3336151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 rot="10800000">
            <a:off x="7157575" y="97231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 rot="5400000">
            <a:off x="7567525" y="1382260"/>
            <a:ext cx="856500" cy="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