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6">
          <p15:clr>
            <a:srgbClr val="747775"/>
          </p15:clr>
        </p15:guide>
        <p15:guide id="2" orient="horz" pos="20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6" orient="horz"/>
        <p:guide pos="208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51fb327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51fb327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1fb3273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51fb3273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51fb3273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51fb3273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51fb3273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51fb3273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1fb3273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1fb3273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51fb3273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51fb3273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1fb3273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51fb3273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C4587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C4587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Roboto Slab"/>
              <a:buNone/>
              <a:defRPr sz="2400">
                <a:solidFill>
                  <a:srgbClr val="999999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381800" y="3678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C4587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" name="Google Shape;19;p3"/>
          <p:cNvSpPr/>
          <p:nvPr/>
        </p:nvSpPr>
        <p:spPr>
          <a:xfrm rot="10800000">
            <a:off x="7680563" y="3647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C4587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" name="Google Shape;20;p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Roboto Slab"/>
              <a:buNone/>
              <a:defRPr sz="2400">
                <a:solidFill>
                  <a:srgbClr val="999999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8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8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9" name="Google Shape;59;p1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 sz="300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797500" y="4738190"/>
            <a:ext cx="1548989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ctrTitle"/>
          </p:nvPr>
        </p:nvSpPr>
        <p:spPr>
          <a:xfrm>
            <a:off x="535800" y="1637700"/>
            <a:ext cx="8072400" cy="15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Student outcomes don’t </a:t>
            </a:r>
            <a:r>
              <a:rPr lang="en">
                <a:latin typeface="Avenir"/>
                <a:ea typeface="Avenir"/>
                <a:cs typeface="Avenir"/>
                <a:sym typeface="Avenir"/>
              </a:rPr>
              <a:t>change</a:t>
            </a:r>
            <a:r>
              <a:rPr lang="en">
                <a:latin typeface="Avenir"/>
                <a:ea typeface="Avenir"/>
                <a:cs typeface="Avenir"/>
                <a:sym typeface="Avenir"/>
              </a:rPr>
              <a:t>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until adult behaviors change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7345625" y="4672200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Presentation Title Goes Here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39950" y="630550"/>
            <a:ext cx="76641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One to three sentences framing the entire presentation goes here. Often the unexpected framing/counterintuitive/something that grabs the listener.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concept #1 that’ll be covered based on the frame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concept #2 that’ll be covered based on the frame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concept #3 that’ll be covered based on the frame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345625" y="4672200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#1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39950" y="630550"/>
            <a:ext cx="76641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One to three sentences about the first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7345625" y="4672200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#2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739950" y="630550"/>
            <a:ext cx="76641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One to three sentences about the second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7345625" y="4672200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#3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739950" y="630550"/>
            <a:ext cx="76641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One to three sentences about the third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7345625" y="4672200"/>
            <a:ext cx="3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Presentation Title Goes Here: Takeaway/CTA Goes Here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739950" y="630550"/>
            <a:ext cx="76641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One to three sentences about what it all means and a lead in to next steps: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venir"/>
              <a:buChar char="●"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ctrTitle"/>
          </p:nvPr>
        </p:nvSpPr>
        <p:spPr>
          <a:xfrm>
            <a:off x="433550" y="522975"/>
            <a:ext cx="8278800" cy="4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venir"/>
                <a:ea typeface="Avenir"/>
                <a:cs typeface="Avenir"/>
                <a:sym typeface="Avenir"/>
              </a:rPr>
              <a:t>Thank you for being part of this conversation.</a:t>
            </a:r>
            <a:endParaRPr sz="2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venir"/>
                <a:ea typeface="Avenir"/>
                <a:cs typeface="Avenir"/>
                <a:sym typeface="Avenir"/>
              </a:rPr>
              <a:t>coach@EffectiveSchoolBoards.com</a:t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" name="Google Shape;126;p20"/>
          <p:cNvSpPr txBox="1"/>
          <p:nvPr>
            <p:ph type="ctrTitle"/>
          </p:nvPr>
        </p:nvSpPr>
        <p:spPr>
          <a:xfrm>
            <a:off x="1554450" y="75600"/>
            <a:ext cx="74724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Gratitude</a:t>
            </a:r>
            <a:endParaRPr b="1" sz="2000">
              <a:solidFill>
                <a:schemeClr val="accent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ctrTitle"/>
          </p:nvPr>
        </p:nvSpPr>
        <p:spPr>
          <a:xfrm>
            <a:off x="535800" y="1637700"/>
            <a:ext cx="8072400" cy="15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Student outcomes don’t change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until adult behaviors change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